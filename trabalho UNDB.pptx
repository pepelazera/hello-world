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ton" charset="1" panose="00000500000000000000"/>
      <p:regular r:id="rId14"/>
    </p:embeddedFont>
    <p:embeddedFont>
      <p:font typeface="Open Sans Bold" charset="1" panose="020B08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VAGzDq-WKhw.mp4" Type="http://schemas.openxmlformats.org/officeDocument/2006/relationships/video"/><Relationship Id="rId4" Target="../media/VAGzDq-WKhw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24635" y="776920"/>
            <a:ext cx="4455250" cy="3993524"/>
          </a:xfrm>
          <a:custGeom>
            <a:avLst/>
            <a:gdLst/>
            <a:ahLst/>
            <a:cxnLst/>
            <a:rect r="r" b="b" t="t" l="l"/>
            <a:pathLst>
              <a:path h="3993524" w="4455250">
                <a:moveTo>
                  <a:pt x="0" y="0"/>
                </a:moveTo>
                <a:lnTo>
                  <a:pt x="4455250" y="0"/>
                </a:lnTo>
                <a:lnTo>
                  <a:pt x="4455250" y="3993524"/>
                </a:lnTo>
                <a:lnTo>
                  <a:pt x="0" y="3993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224635" y="8720122"/>
            <a:ext cx="4345195" cy="0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081517" y="4709624"/>
            <a:ext cx="8958967" cy="63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22"/>
              </a:lnSpc>
              <a:spcBef>
                <a:spcPct val="0"/>
              </a:spcBef>
            </a:pPr>
            <a:r>
              <a:rPr lang="en-US" sz="513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PROGRAMA DE LIVRARIA DIGITAL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921961" y="4341222"/>
            <a:ext cx="436609" cy="1140889"/>
          </a:xfrm>
          <a:custGeom>
            <a:avLst/>
            <a:gdLst/>
            <a:ahLst/>
            <a:cxnLst/>
            <a:rect r="r" b="b" t="t" l="l"/>
            <a:pathLst>
              <a:path h="1140889" w="43660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0334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26328" y="4341222"/>
            <a:ext cx="436609" cy="1140889"/>
          </a:xfrm>
          <a:custGeom>
            <a:avLst/>
            <a:gdLst/>
            <a:ahLst/>
            <a:cxnLst/>
            <a:rect r="r" b="b" t="t" l="l"/>
            <a:pathLst>
              <a:path h="1140889" w="436609">
                <a:moveTo>
                  <a:pt x="0" y="0"/>
                </a:moveTo>
                <a:lnTo>
                  <a:pt x="436609" y="0"/>
                </a:lnTo>
                <a:lnTo>
                  <a:pt x="436609" y="1140889"/>
                </a:lnTo>
                <a:lnTo>
                  <a:pt x="0" y="1140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767" t="0" r="-157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00092" y="6778832"/>
            <a:ext cx="3487932" cy="4482155"/>
          </a:xfrm>
          <a:custGeom>
            <a:avLst/>
            <a:gdLst/>
            <a:ahLst/>
            <a:cxnLst/>
            <a:rect r="r" b="b" t="t" l="l"/>
            <a:pathLst>
              <a:path h="4482155" w="3487932">
                <a:moveTo>
                  <a:pt x="0" y="0"/>
                </a:moveTo>
                <a:lnTo>
                  <a:pt x="3487932" y="0"/>
                </a:lnTo>
                <a:lnTo>
                  <a:pt x="3487932" y="4482155"/>
                </a:lnTo>
                <a:lnTo>
                  <a:pt x="0" y="4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956157" y="198819"/>
            <a:ext cx="4380449" cy="4571626"/>
          </a:xfrm>
          <a:custGeom>
            <a:avLst/>
            <a:gdLst/>
            <a:ahLst/>
            <a:cxnLst/>
            <a:rect r="r" b="b" t="t" l="l"/>
            <a:pathLst>
              <a:path h="4571626" w="4380449">
                <a:moveTo>
                  <a:pt x="4380449" y="0"/>
                </a:moveTo>
                <a:lnTo>
                  <a:pt x="0" y="0"/>
                </a:lnTo>
                <a:lnTo>
                  <a:pt x="0" y="4571625"/>
                </a:lnTo>
                <a:lnTo>
                  <a:pt x="4380449" y="4571625"/>
                </a:lnTo>
                <a:lnTo>
                  <a:pt x="43804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50352" y="8505298"/>
            <a:ext cx="4484110" cy="2755690"/>
          </a:xfrm>
          <a:custGeom>
            <a:avLst/>
            <a:gdLst/>
            <a:ahLst/>
            <a:cxnLst/>
            <a:rect r="r" b="b" t="t" l="l"/>
            <a:pathLst>
              <a:path h="2755690" w="4484110">
                <a:moveTo>
                  <a:pt x="0" y="0"/>
                </a:moveTo>
                <a:lnTo>
                  <a:pt x="4484110" y="0"/>
                </a:lnTo>
                <a:lnTo>
                  <a:pt x="4484110" y="2755689"/>
                </a:lnTo>
                <a:lnTo>
                  <a:pt x="0" y="2755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090" y="466229"/>
            <a:ext cx="17225820" cy="9354542"/>
          </a:xfrm>
          <a:custGeom>
            <a:avLst/>
            <a:gdLst/>
            <a:ahLst/>
            <a:cxnLst/>
            <a:rect r="r" b="b" t="t" l="l"/>
            <a:pathLst>
              <a:path h="9354542" w="17225820">
                <a:moveTo>
                  <a:pt x="0" y="0"/>
                </a:moveTo>
                <a:lnTo>
                  <a:pt x="17225820" y="0"/>
                </a:lnTo>
                <a:lnTo>
                  <a:pt x="17225820" y="9354542"/>
                </a:lnTo>
                <a:lnTo>
                  <a:pt x="0" y="9354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6" r="-5123" b="-226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953" y="480210"/>
            <a:ext cx="17378161" cy="9013070"/>
          </a:xfrm>
          <a:custGeom>
            <a:avLst/>
            <a:gdLst/>
            <a:ahLst/>
            <a:cxnLst/>
            <a:rect r="r" b="b" t="t" l="l"/>
            <a:pathLst>
              <a:path h="9013070" w="17378161">
                <a:moveTo>
                  <a:pt x="0" y="0"/>
                </a:moveTo>
                <a:lnTo>
                  <a:pt x="17378161" y="0"/>
                </a:lnTo>
                <a:lnTo>
                  <a:pt x="17378161" y="9013070"/>
                </a:lnTo>
                <a:lnTo>
                  <a:pt x="0" y="9013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0" t="0" r="-78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7364" y="3993829"/>
            <a:ext cx="5693271" cy="86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8"/>
              </a:lnSpc>
            </a:pPr>
            <a:r>
              <a:rPr lang="en-US" sz="51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Sugestão de melhoria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739183" y="3947539"/>
            <a:ext cx="401763" cy="1049835"/>
          </a:xfrm>
          <a:custGeom>
            <a:avLst/>
            <a:gdLst/>
            <a:ahLst/>
            <a:cxnLst/>
            <a:rect r="r" b="b" t="t" l="l"/>
            <a:pathLst>
              <a:path h="1049835" w="401763">
                <a:moveTo>
                  <a:pt x="0" y="0"/>
                </a:moveTo>
                <a:lnTo>
                  <a:pt x="401763" y="0"/>
                </a:lnTo>
                <a:lnTo>
                  <a:pt x="401763" y="1049835"/>
                </a:lnTo>
                <a:lnTo>
                  <a:pt x="0" y="104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0334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7054" y="3955243"/>
            <a:ext cx="398815" cy="1042131"/>
          </a:xfrm>
          <a:custGeom>
            <a:avLst/>
            <a:gdLst/>
            <a:ahLst/>
            <a:cxnLst/>
            <a:rect r="r" b="b" t="t" l="l"/>
            <a:pathLst>
              <a:path h="1042131" w="398815">
                <a:moveTo>
                  <a:pt x="0" y="0"/>
                </a:moveTo>
                <a:lnTo>
                  <a:pt x="398815" y="0"/>
                </a:lnTo>
                <a:lnTo>
                  <a:pt x="398815" y="1042131"/>
                </a:lnTo>
                <a:lnTo>
                  <a:pt x="0" y="1042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767" t="0" r="-1576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56157" y="198819"/>
            <a:ext cx="4380449" cy="4571626"/>
          </a:xfrm>
          <a:custGeom>
            <a:avLst/>
            <a:gdLst/>
            <a:ahLst/>
            <a:cxnLst/>
            <a:rect r="r" b="b" t="t" l="l"/>
            <a:pathLst>
              <a:path h="4571626" w="4380449">
                <a:moveTo>
                  <a:pt x="4380449" y="0"/>
                </a:moveTo>
                <a:lnTo>
                  <a:pt x="0" y="0"/>
                </a:lnTo>
                <a:lnTo>
                  <a:pt x="0" y="4571625"/>
                </a:lnTo>
                <a:lnTo>
                  <a:pt x="4380449" y="4571625"/>
                </a:lnTo>
                <a:lnTo>
                  <a:pt x="43804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3097" y="8340357"/>
            <a:ext cx="1415482" cy="1818960"/>
          </a:xfrm>
          <a:custGeom>
            <a:avLst/>
            <a:gdLst/>
            <a:ahLst/>
            <a:cxnLst/>
            <a:rect r="r" b="b" t="t" l="l"/>
            <a:pathLst>
              <a:path h="1818960" w="1415482">
                <a:moveTo>
                  <a:pt x="0" y="0"/>
                </a:moveTo>
                <a:lnTo>
                  <a:pt x="1415482" y="0"/>
                </a:lnTo>
                <a:lnTo>
                  <a:pt x="1415482" y="1818960"/>
                </a:lnTo>
                <a:lnTo>
                  <a:pt x="0" y="1818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376406" y="5937153"/>
            <a:ext cx="4380449" cy="4571626"/>
          </a:xfrm>
          <a:custGeom>
            <a:avLst/>
            <a:gdLst/>
            <a:ahLst/>
            <a:cxnLst/>
            <a:rect r="r" b="b" t="t" l="l"/>
            <a:pathLst>
              <a:path h="4571626" w="4380449">
                <a:moveTo>
                  <a:pt x="4380448" y="0"/>
                </a:moveTo>
                <a:lnTo>
                  <a:pt x="0" y="0"/>
                </a:lnTo>
                <a:lnTo>
                  <a:pt x="0" y="4571626"/>
                </a:lnTo>
                <a:lnTo>
                  <a:pt x="4380448" y="4571626"/>
                </a:lnTo>
                <a:lnTo>
                  <a:pt x="43804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08412" y="198819"/>
            <a:ext cx="1415482" cy="1818960"/>
          </a:xfrm>
          <a:custGeom>
            <a:avLst/>
            <a:gdLst/>
            <a:ahLst/>
            <a:cxnLst/>
            <a:rect r="r" b="b" t="t" l="l"/>
            <a:pathLst>
              <a:path h="1818960" w="1415482">
                <a:moveTo>
                  <a:pt x="0" y="0"/>
                </a:moveTo>
                <a:lnTo>
                  <a:pt x="1415481" y="0"/>
                </a:lnTo>
                <a:lnTo>
                  <a:pt x="1415481" y="1818960"/>
                </a:lnTo>
                <a:lnTo>
                  <a:pt x="0" y="1818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483" y="620233"/>
            <a:ext cx="16553034" cy="8731771"/>
          </a:xfrm>
          <a:custGeom>
            <a:avLst/>
            <a:gdLst/>
            <a:ahLst/>
            <a:cxnLst/>
            <a:rect r="r" b="b" t="t" l="l"/>
            <a:pathLst>
              <a:path h="8731771" w="16553034">
                <a:moveTo>
                  <a:pt x="0" y="0"/>
                </a:moveTo>
                <a:lnTo>
                  <a:pt x="16553034" y="0"/>
                </a:lnTo>
                <a:lnTo>
                  <a:pt x="16553034" y="8731771"/>
                </a:lnTo>
                <a:lnTo>
                  <a:pt x="0" y="8731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59" y="1532475"/>
            <a:ext cx="17595199" cy="6794575"/>
          </a:xfrm>
          <a:custGeom>
            <a:avLst/>
            <a:gdLst/>
            <a:ahLst/>
            <a:cxnLst/>
            <a:rect r="r" b="b" t="t" l="l"/>
            <a:pathLst>
              <a:path h="6794575" w="17595199">
                <a:moveTo>
                  <a:pt x="0" y="0"/>
                </a:moveTo>
                <a:lnTo>
                  <a:pt x="17595199" y="0"/>
                </a:lnTo>
                <a:lnTo>
                  <a:pt x="17595199" y="6794574"/>
                </a:lnTo>
                <a:lnTo>
                  <a:pt x="0" y="6794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61637" y="2434361"/>
            <a:ext cx="4564727" cy="4564727"/>
          </a:xfrm>
          <a:custGeom>
            <a:avLst/>
            <a:gdLst/>
            <a:ahLst/>
            <a:cxnLst/>
            <a:rect r="r" b="b" t="t" l="l"/>
            <a:pathLst>
              <a:path h="4564727" w="4564727">
                <a:moveTo>
                  <a:pt x="0" y="0"/>
                </a:moveTo>
                <a:lnTo>
                  <a:pt x="4564726" y="0"/>
                </a:lnTo>
                <a:lnTo>
                  <a:pt x="4564726" y="4564727"/>
                </a:lnTo>
                <a:lnTo>
                  <a:pt x="0" y="4564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36768" y="914400"/>
            <a:ext cx="2614465" cy="93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543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Obrigado!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396" y="7494388"/>
            <a:ext cx="18062604" cy="161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4"/>
              </a:lnSpc>
            </a:pPr>
            <a:r>
              <a:rPr lang="en-US" sz="462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Pedro Lazera Júnior, João Victor Belo, Maurício Prazere, Pedro Imar, Carlos Eduardo Conceição e Luis Eduardo Torres.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DAGzDV7TPz4</dc:identifier>
  <dcterms:modified xsi:type="dcterms:W3CDTF">2011-08-01T06:04:30Z</dcterms:modified>
  <cp:revision>1</cp:revision>
  <dc:title>Apresentação curso tecnologia para mulheres moderno neon</dc:title>
</cp:coreProperties>
</file>